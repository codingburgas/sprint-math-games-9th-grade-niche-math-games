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FE68-09F3-4AAB-9F50-DBD31170F9EC}" type="datetimeFigureOut">
              <a:rPr lang="en-AU" smtClean="0"/>
              <a:t>2/12/2025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B09C-4AD5-416A-9317-DE0EBDDF1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9808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FE68-09F3-4AAB-9F50-DBD31170F9EC}" type="datetimeFigureOut">
              <a:rPr lang="en-AU" smtClean="0"/>
              <a:t>2/12/2025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B09C-4AD5-416A-9317-DE0EBDDF1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3324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FE68-09F3-4AAB-9F50-DBD31170F9EC}" type="datetimeFigureOut">
              <a:rPr lang="en-AU" smtClean="0"/>
              <a:t>2/12/2025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B09C-4AD5-416A-9317-DE0EBDDF1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7883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FE68-09F3-4AAB-9F50-DBD31170F9EC}" type="datetimeFigureOut">
              <a:rPr lang="en-AU" smtClean="0"/>
              <a:t>2/12/2025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B09C-4AD5-416A-9317-DE0EBDDF1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4352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FE68-09F3-4AAB-9F50-DBD31170F9EC}" type="datetimeFigureOut">
              <a:rPr lang="en-AU" smtClean="0"/>
              <a:t>2/12/2025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B09C-4AD5-416A-9317-DE0EBDDF1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7342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FE68-09F3-4AAB-9F50-DBD31170F9EC}" type="datetimeFigureOut">
              <a:rPr lang="en-AU" smtClean="0"/>
              <a:t>2/12/2025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B09C-4AD5-416A-9317-DE0EBDDF1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3320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FE68-09F3-4AAB-9F50-DBD31170F9EC}" type="datetimeFigureOut">
              <a:rPr lang="en-AU" smtClean="0"/>
              <a:t>2/12/2025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B09C-4AD5-416A-9317-DE0EBDDF1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9343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FE68-09F3-4AAB-9F50-DBD31170F9EC}" type="datetimeFigureOut">
              <a:rPr lang="en-AU" smtClean="0"/>
              <a:t>2/12/2025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B09C-4AD5-416A-9317-DE0EBDDF1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8885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FE68-09F3-4AAB-9F50-DBD31170F9EC}" type="datetimeFigureOut">
              <a:rPr lang="en-AU" smtClean="0"/>
              <a:t>2/12/2025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B09C-4AD5-416A-9317-DE0EBDDF1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2906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FE68-09F3-4AAB-9F50-DBD31170F9EC}" type="datetimeFigureOut">
              <a:rPr lang="en-AU" smtClean="0"/>
              <a:t>2/12/2025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B09C-4AD5-416A-9317-DE0EBDDF1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5135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FE68-09F3-4AAB-9F50-DBD31170F9EC}" type="datetimeFigureOut">
              <a:rPr lang="en-AU" smtClean="0"/>
              <a:t>2/12/2025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B09C-4AD5-416A-9317-DE0EBDDF1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150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FE68-09F3-4AAB-9F50-DBD31170F9EC}" type="datetimeFigureOut">
              <a:rPr lang="en-AU" smtClean="0"/>
              <a:t>2/12/2025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B09C-4AD5-416A-9317-DE0EBDDF1D84}" type="slidenum">
              <a:rPr lang="en-AU" smtClean="0"/>
              <a:t>‹#›</a:t>
            </a:fld>
            <a:endParaRPr lang="en-AU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09345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FE68-09F3-4AAB-9F50-DBD31170F9EC}" type="datetimeFigureOut">
              <a:rPr lang="en-AU" smtClean="0"/>
              <a:t>2/12/2025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B09C-4AD5-416A-9317-DE0EBDDF1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42803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FE68-09F3-4AAB-9F50-DBD31170F9EC}" type="datetimeFigureOut">
              <a:rPr lang="en-AU" smtClean="0"/>
              <a:t>2/12/2025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B09C-4AD5-416A-9317-DE0EBDDF1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95575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FE68-09F3-4AAB-9F50-DBD31170F9EC}" type="datetimeFigureOut">
              <a:rPr lang="en-AU" smtClean="0"/>
              <a:t>2/12/2025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B09C-4AD5-416A-9317-DE0EBDDF1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51732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FE68-09F3-4AAB-9F50-DBD31170F9EC}" type="datetimeFigureOut">
              <a:rPr lang="en-AU" smtClean="0"/>
              <a:t>2/12/2025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B09C-4AD5-416A-9317-DE0EBDDF1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82382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EFE68-09F3-4AAB-9F50-DBD31170F9EC}" type="datetimeFigureOut">
              <a:rPr lang="en-AU" smtClean="0"/>
              <a:t>2/12/2025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B09C-4AD5-416A-9317-DE0EBDDF1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8983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28BEFE68-09F3-4AAB-9F50-DBD31170F9EC}" type="datetimeFigureOut">
              <a:rPr lang="en-AU" smtClean="0"/>
              <a:t>2/12/2025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CAFB09C-4AD5-416A-9317-DE0EBDDF1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61850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13.png"/><Relationship Id="rId10" Type="http://schemas.microsoft.com/office/2007/relationships/hdphoto" Target="../media/hdphoto3.wdp"/><Relationship Id="rId4" Type="http://schemas.openxmlformats.org/officeDocument/2006/relationships/image" Target="../media/image1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DF420-BE77-FEB3-C239-91F6BCD869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2508" y="221624"/>
            <a:ext cx="10106854" cy="3511390"/>
          </a:xfrm>
        </p:spPr>
        <p:txBody>
          <a:bodyPr>
            <a:normAutofit fontScale="90000"/>
          </a:bodyPr>
          <a:lstStyle/>
          <a:p>
            <a:br>
              <a:rPr lang="en-AU" b="1" dirty="0"/>
            </a:br>
            <a:br>
              <a:rPr lang="en-AU" b="1" dirty="0"/>
            </a:br>
            <a:br>
              <a:rPr lang="en-AU" b="1" dirty="0"/>
            </a:br>
            <a:r>
              <a:rPr lang="en-AU" sz="8900" b="1" dirty="0"/>
              <a:t>niche math games</a:t>
            </a:r>
            <a:br>
              <a:rPr lang="en-AU" b="1" dirty="0"/>
            </a:br>
            <a:r>
              <a:rPr lang="en-AU" sz="2000" b="1" dirty="0"/>
              <a:t>Sprint math games</a:t>
            </a:r>
            <a:endParaRPr lang="en-AU" sz="2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026F3B-CD52-88C6-0EDB-31BD3EFF03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5918" y="5304590"/>
            <a:ext cx="9440034" cy="1049867"/>
          </a:xfrm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12024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39DD2-2A93-2AA2-6AA0-02835E423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Нашият отбор</a:t>
            </a:r>
            <a:endParaRPr lang="en-AU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77C3532-9A9E-3A80-06FF-38EA43F5C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916" y="1882138"/>
            <a:ext cx="1804416" cy="18288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21BC50DD-0BE6-F156-6EFB-7BBEC83086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86150" y="1868424"/>
            <a:ext cx="1804415" cy="180441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04C7C22-CED3-BFD2-C1CC-D54B104CDD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647" y="1906523"/>
            <a:ext cx="1703832" cy="175412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19033E6-B901-16C3-871B-F3BCB2A536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6561" y="1805941"/>
            <a:ext cx="1891283" cy="185470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F82F599-D71B-90E2-8C6E-AE7C597F8477}"/>
              </a:ext>
            </a:extLst>
          </p:cNvPr>
          <p:cNvSpPr txBox="1"/>
          <p:nvPr/>
        </p:nvSpPr>
        <p:spPr>
          <a:xfrm>
            <a:off x="668651" y="3961214"/>
            <a:ext cx="23488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dirty="0"/>
              <a:t>Алтай  </a:t>
            </a:r>
            <a:r>
              <a:rPr lang="bg-BG" dirty="0" err="1"/>
              <a:t>Йеменджиев</a:t>
            </a:r>
            <a:endParaRPr lang="en-A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445CB1-93AB-C4A0-63DE-69211C9716AB}"/>
              </a:ext>
            </a:extLst>
          </p:cNvPr>
          <p:cNvSpPr txBox="1"/>
          <p:nvPr/>
        </p:nvSpPr>
        <p:spPr>
          <a:xfrm>
            <a:off x="3486150" y="3961214"/>
            <a:ext cx="272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dirty="0"/>
              <a:t>Мирослав  Илиев</a:t>
            </a:r>
            <a:endParaRPr lang="en-AU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D30AAA-D9F9-E1DF-F609-681B6C47D1A9}"/>
              </a:ext>
            </a:extLst>
          </p:cNvPr>
          <p:cNvSpPr txBox="1"/>
          <p:nvPr/>
        </p:nvSpPr>
        <p:spPr>
          <a:xfrm>
            <a:off x="6351647" y="3660647"/>
            <a:ext cx="23488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bg-BG" dirty="0"/>
            </a:br>
            <a:r>
              <a:rPr lang="bg-BG" b="1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Иван  Трифонов</a:t>
            </a:r>
            <a:endParaRPr lang="en-AU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5C7FC3-FE9B-B06B-69BA-676F1D5F1C44}"/>
              </a:ext>
            </a:extLst>
          </p:cNvPr>
          <p:cNvSpPr txBox="1"/>
          <p:nvPr/>
        </p:nvSpPr>
        <p:spPr>
          <a:xfrm>
            <a:off x="8987405" y="3961214"/>
            <a:ext cx="609447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buNone/>
            </a:pPr>
            <a:r>
              <a:rPr lang="bg-BG" b="1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Ростислав Иванчев</a:t>
            </a:r>
          </a:p>
          <a:p>
            <a:pPr>
              <a:buNone/>
            </a:pPr>
            <a:br>
              <a:rPr lang="bg-BG" b="0" i="0" dirty="0">
                <a:effectLst/>
                <a:latin typeface="Segoe UI" panose="020B0502040204020203" pitchFamily="34" charset="0"/>
              </a:rPr>
            </a:b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38520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09013-B110-D96A-B7CA-5820C5EFE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Използвани технологии</a:t>
            </a:r>
            <a:endParaRPr lang="en-AU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9489540-7430-762C-2483-57D866C5A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52690" y="200838"/>
            <a:ext cx="245702" cy="4058751"/>
          </a:xfrm>
        </p:spPr>
        <p:txBody>
          <a:bodyPr/>
          <a:lstStyle/>
          <a:p>
            <a:endParaRPr lang="en-AU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3E08B2D-E05E-3615-68C7-A14B0710B3F7}"/>
              </a:ext>
            </a:extLst>
          </p:cNvPr>
          <p:cNvGrpSpPr/>
          <p:nvPr/>
        </p:nvGrpSpPr>
        <p:grpSpPr>
          <a:xfrm>
            <a:off x="1357045" y="4576192"/>
            <a:ext cx="3749816" cy="1565269"/>
            <a:chOff x="1477" y="1938"/>
            <a:chExt cx="4776" cy="985"/>
          </a:xfrm>
        </p:grpSpPr>
        <p:pic>
          <p:nvPicPr>
            <p:cNvPr id="13" name="Picture 12" descr="Discordo">
              <a:extLst>
                <a:ext uri="{FF2B5EF4-FFF2-40B4-BE49-F238E27FC236}">
                  <a16:creationId xmlns:a16="http://schemas.microsoft.com/office/drawing/2014/main" id="{9AF05890-CAB1-4FB5-F581-E77016F63A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77" y="1938"/>
              <a:ext cx="1296" cy="985"/>
            </a:xfrm>
            <a:prstGeom prst="rect">
              <a:avLst/>
            </a:prstGeom>
          </p:spPr>
        </p:pic>
        <p:sp>
          <p:nvSpPr>
            <p:cNvPr id="16" name="Text Box 9">
              <a:extLst>
                <a:ext uri="{FF2B5EF4-FFF2-40B4-BE49-F238E27FC236}">
                  <a16:creationId xmlns:a16="http://schemas.microsoft.com/office/drawing/2014/main" id="{6AE49D70-8503-14D4-7E7A-8A2D0FCBD935}"/>
                </a:ext>
              </a:extLst>
            </p:cNvPr>
            <p:cNvSpPr txBox="1"/>
            <p:nvPr/>
          </p:nvSpPr>
          <p:spPr>
            <a:xfrm>
              <a:off x="3420" y="1945"/>
              <a:ext cx="2833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" panose="020B0502040204020203" charset="0"/>
                <a:cs typeface="Bahnschrift Light" panose="020B0502040204020203" charset="0"/>
              </a:endParaRPr>
            </a:p>
          </p:txBody>
        </p:sp>
      </p:grpSp>
      <p:pic>
        <p:nvPicPr>
          <p:cNvPr id="18" name="Picture 17" descr="Icon&#10;&#10;Description automatically generated">
            <a:extLst>
              <a:ext uri="{FF2B5EF4-FFF2-40B4-BE49-F238E27FC236}">
                <a16:creationId xmlns:a16="http://schemas.microsoft.com/office/drawing/2014/main" id="{4EAC66C1-4543-A21C-ED6C-71A8D7AD9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4251" y="2230213"/>
            <a:ext cx="1748785" cy="1511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63BCBCE-2673-1AD3-BCB2-56FC994BAD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2581" y="1580050"/>
            <a:ext cx="2171365" cy="1511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17C5855-F2DE-EA22-4D7A-1326CE67DE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650" b="93785" l="9507" r="89789">
                        <a14:foregroundMark x1="32746" y1="86441" x2="66197" y2="94350"/>
                        <a14:foregroundMark x1="27817" y1="66667" x2="39789" y2="37853"/>
                        <a14:foregroundMark x1="39789" y1="37853" x2="29577" y2="51412"/>
                        <a14:foregroundMark x1="32746" y1="37853" x2="33451" y2="38983"/>
                        <a14:foregroundMark x1="27817" y1="36723" x2="30282" y2="65537"/>
                        <a14:foregroundMark x1="30282" y1="65537" x2="30986" y2="55367"/>
                        <a14:foregroundMark x1="41901" y1="44068" x2="39437" y2="49153"/>
                        <a14:foregroundMark x1="35211" y1="9040" x2="56338" y2="5650"/>
                        <a14:foregroundMark x1="56338" y1="5650" x2="66901" y2="96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35520" y="4515863"/>
            <a:ext cx="2705100" cy="16859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0F212EF-485C-6D6C-766C-2ED5BCB0881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4000" b="90667" l="8889" r="92000">
                        <a14:foregroundMark x1="5333" y1="29778" x2="9333" y2="57333"/>
                        <a14:foregroundMark x1="9333" y1="57333" x2="12889" y2="31111"/>
                        <a14:foregroundMark x1="72444" y1="11111" x2="87111" y2="42222"/>
                        <a14:foregroundMark x1="87111" y1="42222" x2="84444" y2="68444"/>
                        <a14:foregroundMark x1="84444" y1="68444" x2="72444" y2="44889"/>
                        <a14:foregroundMark x1="72444" y1="44889" x2="78667" y2="22222"/>
                        <a14:foregroundMark x1="78667" y1="22222" x2="85333" y2="50222"/>
                        <a14:foregroundMark x1="85333" y1="50222" x2="84000" y2="74667"/>
                        <a14:foregroundMark x1="91111" y1="75556" x2="92444" y2="24000"/>
                        <a14:foregroundMark x1="64444" y1="91111" x2="74667" y2="91111"/>
                        <a14:foregroundMark x1="63556" y1="8889" x2="69778" y2="4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9442" y="1281613"/>
            <a:ext cx="2143125" cy="2143125"/>
          </a:xfrm>
          <a:prstGeom prst="rect">
            <a:avLst/>
          </a:prstGeom>
        </p:spPr>
      </p:pic>
      <p:pic>
        <p:nvPicPr>
          <p:cNvPr id="2064" name="Picture 16" descr="GitHub Logos and Usage · GitHub">
            <a:extLst>
              <a:ext uri="{FF2B5EF4-FFF2-40B4-BE49-F238E27FC236}">
                <a16:creationId xmlns:a16="http://schemas.microsoft.com/office/drawing/2014/main" id="{7EDB45E9-A37C-8D9F-8AB6-378B535D8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>
                        <a14:foregroundMark x1="44196" y1="82589" x2="38393" y2="54464"/>
                        <a14:foregroundMark x1="38393" y1="54464" x2="65179" y2="37054"/>
                        <a14:foregroundMark x1="65179" y1="37054" x2="50893" y2="49554"/>
                        <a14:foregroundMark x1="48661" y1="58929" x2="40179" y2="37946"/>
                        <a14:foregroundMark x1="40179" y1="37946" x2="33482" y2="49107"/>
                        <a14:foregroundMark x1="65179" y1="39732" x2="53571" y2="68304"/>
                        <a14:foregroundMark x1="53571" y1="68304" x2="53571" y2="77679"/>
                        <a14:foregroundMark x1="39286" y1="84821" x2="53125" y2="82589"/>
                        <a14:foregroundMark x1="58036" y1="83036" x2="39286" y2="85268"/>
                        <a14:foregroundMark x1="58929" y1="86607" x2="39286" y2="87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757" y="3766951"/>
            <a:ext cx="21336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4638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00670-2314-46E3-2D3F-219EF93C2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D2593-8D51-5B0B-6C01-8FC3BB1DF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87" y="1875934"/>
            <a:ext cx="13376634" cy="4675695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bg-BG" sz="6600" dirty="0"/>
              <a:t>Нека преминем към проекта</a:t>
            </a:r>
            <a:endParaRPr lang="en-AU" sz="6600" dirty="0"/>
          </a:p>
        </p:txBody>
      </p:sp>
    </p:spTree>
    <p:extLst>
      <p:ext uri="{BB962C8B-B14F-4D97-AF65-F5344CB8AC3E}">
        <p14:creationId xmlns:p14="http://schemas.microsoft.com/office/powerpoint/2010/main" val="13879377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290</TotalTime>
  <Words>28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Bahnschrift Light</vt:lpstr>
      <vt:lpstr>Calisto MT</vt:lpstr>
      <vt:lpstr>Segoe UI</vt:lpstr>
      <vt:lpstr>Wingdings 2</vt:lpstr>
      <vt:lpstr>Slate</vt:lpstr>
      <vt:lpstr>   niche math games Sprint math games</vt:lpstr>
      <vt:lpstr>Нашият отбор</vt:lpstr>
      <vt:lpstr>Използвани технологии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Ростислав Р. Иванчев</dc:creator>
  <cp:lastModifiedBy>Ростислав Р. Иванчев</cp:lastModifiedBy>
  <cp:revision>1</cp:revision>
  <dcterms:created xsi:type="dcterms:W3CDTF">2025-12-02T14:28:51Z</dcterms:created>
  <dcterms:modified xsi:type="dcterms:W3CDTF">2025-12-02T19:19:26Z</dcterms:modified>
</cp:coreProperties>
</file>