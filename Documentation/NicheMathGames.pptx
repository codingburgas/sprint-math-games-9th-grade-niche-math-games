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62" r:id="rId3"/>
    <p:sldId id="257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00"/>
    <a:srgbClr val="00863D"/>
    <a:srgbClr val="9900FF"/>
    <a:srgbClr val="004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48EB3-07ED-4DEA-99CC-85E7A8A55568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E5A20-4111-4D7F-84C7-88262C79A0A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4549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8E5A20-4111-4D7F-84C7-88262C79A0AB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9042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80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32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88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35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4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332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934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88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290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513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5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0934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4280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9557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173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8238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898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8BEFE68-09F3-4AAB-9F50-DBD31170F9EC}" type="datetimeFigureOut">
              <a:rPr lang="en-AU" smtClean="0"/>
              <a:t>8/12/2025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61850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лавие 5"/>
          <p:cNvSpPr>
            <a:spLocks noGrp="1"/>
          </p:cNvSpPr>
          <p:nvPr>
            <p:ph type="ctrTitle"/>
          </p:nvPr>
        </p:nvSpPr>
        <p:spPr>
          <a:xfrm>
            <a:off x="1442593" y="4780348"/>
            <a:ext cx="9306814" cy="136843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Black" panose="020B0A04020102020204" pitchFamily="34" charset="0"/>
              </a:rPr>
              <a:t>PROJECT PRESENTATION</a:t>
            </a:r>
            <a:endParaRPr lang="bg-BG" b="1" dirty="0">
              <a:solidFill>
                <a:srgbClr val="FF99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274F3-E124-47B0-A5FD-E6512271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08" b="89844" l="9961" r="89844">
                        <a14:foregroundMark x1="36426" y1="9668" x2="36426" y2="9668"/>
                        <a14:foregroundMark x1="36426" y1="9668" x2="36426" y2="9668"/>
                        <a14:foregroundMark x1="36621" y1="8008" x2="36621" y2="8008"/>
                        <a14:foregroundMark x1="36914" y1="68848" x2="36914" y2="68848"/>
                        <a14:foregroundMark x1="37012" y1="68848" x2="37012" y2="68848"/>
                        <a14:foregroundMark x1="44141" y1="68848" x2="44141" y2="68848"/>
                        <a14:foregroundMark x1="44141" y1="68848" x2="44141" y2="68848"/>
                        <a14:foregroundMark x1="54688" y1="68457" x2="54688" y2="68457"/>
                        <a14:foregroundMark x1="54688" y1="68457" x2="54688" y2="68457"/>
                        <a14:foregroundMark x1="68945" y1="68066" x2="68945" y2="68066"/>
                        <a14:foregroundMark x1="68945" y1="68066" x2="68945" y2="68066"/>
                        <a14:foregroundMark x1="17676" y1="82227" x2="17676" y2="82227"/>
                        <a14:foregroundMark x1="17676" y1="82227" x2="17676" y2="82227"/>
                        <a14:foregroundMark x1="21777" y1="82227" x2="21777" y2="82227"/>
                        <a14:foregroundMark x1="21777" y1="82227" x2="21777" y2="82227"/>
                        <a14:foregroundMark x1="31445" y1="81445" x2="31445" y2="81445"/>
                        <a14:foregroundMark x1="31445" y1="81445" x2="31445" y2="81445"/>
                        <a14:foregroundMark x1="37402" y1="81348" x2="37402" y2="81348"/>
                        <a14:foregroundMark x1="37402" y1="81348" x2="37402" y2="81348"/>
                        <a14:foregroundMark x1="50391" y1="81543" x2="50391" y2="81543"/>
                        <a14:foregroundMark x1="50293" y1="80957" x2="50293" y2="80957"/>
                        <a14:foregroundMark x1="58887" y1="81152" x2="58887" y2="81152"/>
                        <a14:foregroundMark x1="58887" y1="81152" x2="58887" y2="81152"/>
                        <a14:foregroundMark x1="65723" y1="80957" x2="65723" y2="80957"/>
                        <a14:foregroundMark x1="65723" y1="81055" x2="65723" y2="81055"/>
                        <a14:foregroundMark x1="76270" y1="80273" x2="76270" y2="80273"/>
                        <a14:foregroundMark x1="76270" y1="80273" x2="76270" y2="80273"/>
                        <a14:foregroundMark x1="84766" y1="80566" x2="84766" y2="80566"/>
                        <a14:foregroundMark x1="84766" y1="80566" x2="84766" y2="80566"/>
                        <a14:foregroundMark x1="22656" y1="66895" x2="22656" y2="66895"/>
                        <a14:backgroundMark x1="28027" y1="67285" x2="28125" y2="68945"/>
                        <a14:backgroundMark x1="23535" y1="82031" x2="23535" y2="82031"/>
                        <a14:backgroundMark x1="23535" y1="84277" x2="23535" y2="84277"/>
                        <a14:backgroundMark x1="59082" y1="82129" x2="59082" y2="82129"/>
                        <a14:backgroundMark x1="66309" y1="82324" x2="66309" y2="82324"/>
                        <a14:backgroundMark x1="68066" y1="81543" x2="68066" y2="81543"/>
                        <a14:backgroundMark x1="69531" y1="82520" x2="69531" y2="82520"/>
                        <a14:backgroundMark x1="13086" y1="82813" x2="13086" y2="82813"/>
                        <a14:backgroundMark x1="16504" y1="83105" x2="16504" y2="83105"/>
                        <a14:backgroundMark x1="16211" y1="82520" x2="16211" y2="82520"/>
                        <a14:backgroundMark x1="14746" y1="81348" x2="14746" y2="81348"/>
                        <a14:backgroundMark x1="12891" y1="82129" x2="12891" y2="82129"/>
                        <a14:backgroundMark x1="16504" y1="82031" x2="16504" y2="82031"/>
                        <a14:backgroundMark x1="14746" y1="81543" x2="14746" y2="81543"/>
                        <a14:backgroundMark x1="21582" y1="81836" x2="21582" y2="81836"/>
                        <a14:backgroundMark x1="23145" y1="82422" x2="23145" y2="82422"/>
                        <a14:backgroundMark x1="22754" y1="83691" x2="22754" y2="83691"/>
                        <a14:backgroundMark x1="23828" y1="82129" x2="23828" y2="82129"/>
                        <a14:backgroundMark x1="23730" y1="81445" x2="23730" y2="814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3761" y="-30557"/>
            <a:ext cx="5149664" cy="51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2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TABLE OF CONTENTS</a:t>
            </a:r>
            <a:endParaRPr lang="bg-BG" dirty="0">
              <a:latin typeface="Arial Black" panose="020B0A04020102020204" pitchFamily="34" charset="0"/>
            </a:endParaRPr>
          </a:p>
        </p:txBody>
      </p:sp>
      <p:sp>
        <p:nvSpPr>
          <p:cNvPr id="6" name="Правоъгълник 5"/>
          <p:cNvSpPr/>
          <p:nvPr/>
        </p:nvSpPr>
        <p:spPr>
          <a:xfrm>
            <a:off x="1167112" y="2196767"/>
            <a:ext cx="675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600" dirty="0"/>
              <a:t>01</a:t>
            </a:r>
          </a:p>
        </p:txBody>
      </p:sp>
      <p:sp>
        <p:nvSpPr>
          <p:cNvPr id="7" name="Правоъгълник 6"/>
          <p:cNvSpPr/>
          <p:nvPr/>
        </p:nvSpPr>
        <p:spPr>
          <a:xfrm>
            <a:off x="1855434" y="2137071"/>
            <a:ext cx="2840854" cy="765725"/>
          </a:xfrm>
          <a:prstGeom prst="rect">
            <a:avLst/>
          </a:prstGeom>
          <a:solidFill>
            <a:srgbClr val="9900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Arial Black" panose="020B0A04020102020204" pitchFamily="34" charset="0"/>
              </a:rPr>
              <a:t>OUR TEAM</a:t>
            </a:r>
            <a:endParaRPr lang="bg-BG" sz="3200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Правоъгълник 7"/>
          <p:cNvSpPr/>
          <p:nvPr/>
        </p:nvSpPr>
        <p:spPr>
          <a:xfrm>
            <a:off x="4670249" y="4497919"/>
            <a:ext cx="2840854" cy="765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USED TECHNOLOGIES</a:t>
            </a:r>
            <a:endParaRPr lang="bg-BG" b="1" dirty="0">
              <a:latin typeface="Arial Black" panose="020B0A04020102020204" pitchFamily="34" charset="0"/>
            </a:endParaRPr>
          </a:p>
        </p:txBody>
      </p:sp>
      <p:sp>
        <p:nvSpPr>
          <p:cNvPr id="10" name="Правоъгълник 9"/>
          <p:cNvSpPr/>
          <p:nvPr/>
        </p:nvSpPr>
        <p:spPr>
          <a:xfrm>
            <a:off x="7461682" y="2137071"/>
            <a:ext cx="2840854" cy="76572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Arial Black" panose="020B0A04020102020204" pitchFamily="34" charset="0"/>
              </a:rPr>
              <a:t>OUR GOAL</a:t>
            </a:r>
            <a:endParaRPr lang="bg-BG" sz="3600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Правоъгълник 10"/>
          <p:cNvSpPr/>
          <p:nvPr/>
        </p:nvSpPr>
        <p:spPr>
          <a:xfrm>
            <a:off x="6760346" y="2196767"/>
            <a:ext cx="701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600" dirty="0"/>
              <a:t>0</a:t>
            </a:r>
            <a:r>
              <a:rPr lang="en-US" sz="3600" dirty="0"/>
              <a:t>2</a:t>
            </a:r>
            <a:endParaRPr lang="bg-BG" sz="3600" dirty="0"/>
          </a:p>
        </p:txBody>
      </p:sp>
      <p:sp>
        <p:nvSpPr>
          <p:cNvPr id="13" name="Правоъгълник 12"/>
          <p:cNvSpPr/>
          <p:nvPr/>
        </p:nvSpPr>
        <p:spPr>
          <a:xfrm>
            <a:off x="3968913" y="4557615"/>
            <a:ext cx="701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600" dirty="0"/>
              <a:t>0</a:t>
            </a:r>
            <a:r>
              <a:rPr lang="en-US" sz="3600" dirty="0"/>
              <a:t>3</a:t>
            </a:r>
            <a:endParaRPr lang="bg-BG" sz="3600" dirty="0"/>
          </a:p>
        </p:txBody>
      </p:sp>
    </p:spTree>
    <p:extLst>
      <p:ext uri="{BB962C8B-B14F-4D97-AF65-F5344CB8AC3E}">
        <p14:creationId xmlns:p14="http://schemas.microsoft.com/office/powerpoint/2010/main" val="163186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9DD2-2A93-2AA2-6AA0-02835E42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OUR TEAM</a:t>
            </a:r>
            <a:endParaRPr lang="en-AU" dirty="0">
              <a:latin typeface="Arial Black" panose="020B0A040201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7C3532-9A9E-3A80-06FF-38EA43F5C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89" y="1779218"/>
            <a:ext cx="1879597" cy="19049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9033E6-B901-16C3-871B-F3BCB2A53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768" y="1872884"/>
            <a:ext cx="1879597" cy="19049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F82F599-D71B-90E2-8C6E-AE7C597F8477}"/>
              </a:ext>
            </a:extLst>
          </p:cNvPr>
          <p:cNvSpPr txBox="1"/>
          <p:nvPr/>
        </p:nvSpPr>
        <p:spPr>
          <a:xfrm>
            <a:off x="345005" y="3936829"/>
            <a:ext cx="2817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b="1" dirty="0">
                <a:latin typeface="Arial Black" panose="020B0A04020102020204" pitchFamily="34" charset="0"/>
              </a:rPr>
              <a:t>Алтай  </a:t>
            </a:r>
            <a:r>
              <a:rPr lang="bg-BG" b="1" dirty="0" err="1">
                <a:latin typeface="Arial Black" panose="020B0A04020102020204" pitchFamily="34" charset="0"/>
              </a:rPr>
              <a:t>Йеменджиев</a:t>
            </a:r>
            <a:endParaRPr lang="en-AU" b="1" dirty="0"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45CB1-93AB-C4A0-63DE-69211C9716AB}"/>
              </a:ext>
            </a:extLst>
          </p:cNvPr>
          <p:cNvSpPr txBox="1"/>
          <p:nvPr/>
        </p:nvSpPr>
        <p:spPr>
          <a:xfrm>
            <a:off x="3368050" y="3961214"/>
            <a:ext cx="272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b="1" dirty="0">
                <a:latin typeface="Arial Black" panose="020B0A04020102020204" pitchFamily="34" charset="0"/>
              </a:rPr>
              <a:t>Мирослав  Илиев</a:t>
            </a:r>
            <a:endParaRPr lang="en-AU" b="1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D30AAA-D9F9-E1DF-F609-681B6C47D1A9}"/>
              </a:ext>
            </a:extLst>
          </p:cNvPr>
          <p:cNvSpPr txBox="1"/>
          <p:nvPr/>
        </p:nvSpPr>
        <p:spPr>
          <a:xfrm>
            <a:off x="6225990" y="3684215"/>
            <a:ext cx="2348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bg-BG" dirty="0">
                <a:latin typeface="Arial Black" panose="020B0A04020102020204" pitchFamily="34" charset="0"/>
              </a:rPr>
            </a:br>
            <a:r>
              <a:rPr lang="bg-BG" b="1" i="0" dirty="0">
                <a:solidFill>
                  <a:srgbClr val="FFFFFF"/>
                </a:solidFill>
                <a:effectLst/>
                <a:latin typeface="Arial Black" panose="020B0A04020102020204" pitchFamily="34" charset="0"/>
              </a:rPr>
              <a:t>Иван  Трифонов</a:t>
            </a:r>
            <a:endParaRPr lang="en-AU" dirty="0"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5C7FC3-FE9B-B06B-69BA-676F1D5F1C44}"/>
              </a:ext>
            </a:extLst>
          </p:cNvPr>
          <p:cNvSpPr txBox="1"/>
          <p:nvPr/>
        </p:nvSpPr>
        <p:spPr>
          <a:xfrm>
            <a:off x="8987405" y="3961214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bg-BG" b="1" i="0" dirty="0">
                <a:solidFill>
                  <a:srgbClr val="FFFFFF"/>
                </a:solidFill>
                <a:effectLst/>
                <a:latin typeface="Arial Black" panose="020B0A04020102020204" pitchFamily="34" charset="0"/>
              </a:rPr>
              <a:t>Ростислав Иванчев</a:t>
            </a:r>
          </a:p>
          <a:p>
            <a:pPr>
              <a:buNone/>
            </a:pPr>
            <a:br>
              <a:rPr lang="bg-BG" b="0" i="0" dirty="0">
                <a:effectLst/>
                <a:latin typeface="Segoe UI" panose="020B0502040204020203" pitchFamily="34" charset="0"/>
              </a:rPr>
            </a:br>
            <a:endParaRPr lang="en-AU" dirty="0"/>
          </a:p>
        </p:txBody>
      </p:sp>
      <p:pic>
        <p:nvPicPr>
          <p:cNvPr id="1028" name="Picture 4" descr="https://avatars.githubusercontent.com/u/207763448?v=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883" y="1805941"/>
            <a:ext cx="1904997" cy="19049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avatars.githubusercontent.com/u/181150574?s=400&amp;u=268fc389852a9686530eed154b2d27484db494ff&amp;v=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646" y="1830325"/>
            <a:ext cx="1904997" cy="19049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авоъгълник 5"/>
          <p:cNvSpPr/>
          <p:nvPr/>
        </p:nvSpPr>
        <p:spPr>
          <a:xfrm>
            <a:off x="751438" y="4580822"/>
            <a:ext cx="2196095" cy="497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rial Black" panose="020B0A04020102020204" pitchFamily="34" charset="0"/>
              </a:rPr>
              <a:t>SCRUM TRAINER</a:t>
            </a:r>
            <a:endParaRPr lang="bg-BG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Правоъгълник 18"/>
          <p:cNvSpPr/>
          <p:nvPr/>
        </p:nvSpPr>
        <p:spPr>
          <a:xfrm>
            <a:off x="9007265" y="4583607"/>
            <a:ext cx="2156310" cy="497941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rial Black" panose="020B0A04020102020204" pitchFamily="34" charset="0"/>
              </a:rPr>
              <a:t>FRONTEND DEVELOPER</a:t>
            </a:r>
            <a:endParaRPr lang="bg-BG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Правоъгълник 20"/>
          <p:cNvSpPr/>
          <p:nvPr/>
        </p:nvSpPr>
        <p:spPr>
          <a:xfrm>
            <a:off x="6225990" y="4580821"/>
            <a:ext cx="2156310" cy="49794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rial Black" panose="020B0A04020102020204" pitchFamily="34" charset="0"/>
              </a:rPr>
              <a:t>DESIGNER</a:t>
            </a:r>
            <a:endParaRPr lang="bg-BG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Правоъгълник 22"/>
          <p:cNvSpPr/>
          <p:nvPr/>
        </p:nvSpPr>
        <p:spPr>
          <a:xfrm>
            <a:off x="3486150" y="4580822"/>
            <a:ext cx="2036464" cy="49794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rial Black" panose="020B0A04020102020204" pitchFamily="34" charset="0"/>
              </a:rPr>
              <a:t>BACK-END DEVELOPER</a:t>
            </a:r>
            <a:endParaRPr lang="bg-BG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2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958184" y="609600"/>
            <a:ext cx="10353762" cy="97045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OUR GOAL</a:t>
            </a:r>
            <a:endParaRPr lang="bg-BG" dirty="0">
              <a:latin typeface="Arial Black" panose="020B0A040201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3D439C-EF1D-438D-9B7D-AC46BA149FD0}"/>
              </a:ext>
            </a:extLst>
          </p:cNvPr>
          <p:cNvSpPr/>
          <p:nvPr/>
        </p:nvSpPr>
        <p:spPr>
          <a:xfrm>
            <a:off x="1223963" y="2189650"/>
            <a:ext cx="9977438" cy="318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Our goal is for the player to have fun playing our game</a:t>
            </a:r>
          </a:p>
          <a:p>
            <a:r>
              <a:rPr lang="en-US" sz="4800" dirty="0">
                <a:latin typeface="Arial Black" panose="020B0A04020102020204" pitchFamily="34" charset="0"/>
              </a:rPr>
              <a:t>and also to test their general education knowledge</a:t>
            </a:r>
          </a:p>
        </p:txBody>
      </p:sp>
    </p:spTree>
    <p:extLst>
      <p:ext uri="{BB962C8B-B14F-4D97-AF65-F5344CB8AC3E}">
        <p14:creationId xmlns:p14="http://schemas.microsoft.com/office/powerpoint/2010/main" val="3755111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9013-B110-D96A-B7CA-5820C5EF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40" y="237422"/>
            <a:ext cx="10353762" cy="970450"/>
          </a:xfrm>
        </p:spPr>
        <p:txBody>
          <a:bodyPr/>
          <a:lstStyle/>
          <a:p>
            <a:r>
              <a:rPr lang="en-AU" dirty="0"/>
              <a:t>USED TECHNOLOGIES</a:t>
            </a:r>
          </a:p>
        </p:txBody>
      </p:sp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4EAC66C1-4543-A21C-ED6C-71A8D7AD9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29" y="1173378"/>
            <a:ext cx="2072347" cy="2295118"/>
          </a:xfrm>
          <a:prstGeom prst="rect">
            <a:avLst/>
          </a:prstGeom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44" y="3616477"/>
            <a:ext cx="2327725" cy="2276228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5" y="3468496"/>
            <a:ext cx="2424209" cy="2424209"/>
          </a:xfrm>
          <a:prstGeom prst="rect">
            <a:avLst/>
          </a:prstGeom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276" y="3596973"/>
            <a:ext cx="2334724" cy="2167254"/>
          </a:xfrm>
          <a:prstGeom prst="rect">
            <a:avLst/>
          </a:prstGeom>
        </p:spPr>
      </p:pic>
      <p:pic>
        <p:nvPicPr>
          <p:cNvPr id="8" name="Картина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40" y="1284717"/>
            <a:ext cx="3626419" cy="2266511"/>
          </a:xfrm>
          <a:prstGeom prst="rect">
            <a:avLst/>
          </a:prstGeom>
        </p:spPr>
      </p:pic>
      <p:pic>
        <p:nvPicPr>
          <p:cNvPr id="9" name="Картина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6366" y="1154960"/>
            <a:ext cx="2313536" cy="231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38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00670-2314-46E3-2D3F-219EF93C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43" y="2423604"/>
            <a:ext cx="10804729" cy="2210364"/>
          </a:xfrm>
        </p:spPr>
        <p:txBody>
          <a:bodyPr>
            <a:noAutofit/>
          </a:bodyPr>
          <a:lstStyle/>
          <a:p>
            <a:r>
              <a:rPr lang="en-AU" sz="7200" dirty="0">
                <a:latin typeface="Arial Black" panose="020B0A04020102020204" pitchFamily="34" charset="0"/>
              </a:rPr>
              <a:t>LET’S CONTINUE WITH THE GAME!</a:t>
            </a:r>
          </a:p>
        </p:txBody>
      </p:sp>
    </p:spTree>
    <p:extLst>
      <p:ext uri="{BB962C8B-B14F-4D97-AF65-F5344CB8AC3E}">
        <p14:creationId xmlns:p14="http://schemas.microsoft.com/office/powerpoint/2010/main" val="1387937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366</TotalTime>
  <Words>66</Words>
  <Application>Microsoft Office PowerPoint</Application>
  <PresentationFormat>Widescreen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Calisto MT</vt:lpstr>
      <vt:lpstr>Segoe UI</vt:lpstr>
      <vt:lpstr>Wingdings 2</vt:lpstr>
      <vt:lpstr>Slate</vt:lpstr>
      <vt:lpstr>PROJECT PRESENTATION</vt:lpstr>
      <vt:lpstr>TABLE OF CONTENTS</vt:lpstr>
      <vt:lpstr>OUR TEAM</vt:lpstr>
      <vt:lpstr>OUR GOAL</vt:lpstr>
      <vt:lpstr>USED TECHNOLOGIES</vt:lpstr>
      <vt:lpstr>LET’S CONTINUE WITH THE GAME!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niche math games Sprint math games</dc:title>
  <dc:creator>Ростислав Р. Иванчев</dc:creator>
  <cp:lastModifiedBy>Mirko Iliev</cp:lastModifiedBy>
  <cp:revision>11</cp:revision>
  <dcterms:created xsi:type="dcterms:W3CDTF">2025-12-02T14:28:51Z</dcterms:created>
  <dcterms:modified xsi:type="dcterms:W3CDTF">2025-12-08T17:06:35Z</dcterms:modified>
</cp:coreProperties>
</file>